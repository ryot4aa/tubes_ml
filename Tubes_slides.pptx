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Deteksi Fraud Transaksi Keuangan dengan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Kelompok 5 - Praktikum Machine Learning</a:t>
            </a:r>
          </a:p>
          <a:p>
            <a:pPr>
              <a:defRPr sz="1800"/>
            </a:pPr>
            <a:r>
              <a:t>Dataset keuangan, preprocessing, evaluasi model, aplikasi Streamlit</a:t>
            </a:r>
          </a:p>
          <a:p>
            <a:pPr>
              <a:defRPr sz="1800"/>
            </a:pPr>
            <a:r>
              <a:t>Model clustering: K-Means, BIRCH, Agglomerative, Spectral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Latar Belakang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Fraud transaksi keuangan adalah ancaman besar</a:t>
            </a:r>
          </a:p>
          <a:p>
            <a:pPr>
              <a:defRPr sz="1800"/>
            </a:pPr>
            <a:r>
              <a:t>Deteksi fraud supervised sulit karena label tidak lengkap</a:t>
            </a:r>
          </a:p>
          <a:p>
            <a:pPr>
              <a:defRPr sz="1800"/>
            </a:pPr>
            <a:r>
              <a:t>Clustering unsupervised membantu menemukan pola anomaly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dan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Folder dataset menyimpan 5 file CSV transaksi keuangan</a:t>
            </a:r>
          </a:p>
          <a:p>
            <a:pPr>
              <a:defRPr sz="1800"/>
            </a:pPr>
            <a:r>
              <a:t>Mean imputation membersihkan nilai kosong (NaN)</a:t>
            </a:r>
          </a:p>
          <a:p>
            <a:pPr>
              <a:defRPr sz="1800"/>
            </a:pPr>
            <a:r>
              <a:t>Normalisasi dan scaler diekspor bersama model .pkl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Metode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K-Means, BIRCH, Agglomerative, Spectral</a:t>
            </a:r>
          </a:p>
          <a:p>
            <a:pPr>
              <a:defRPr sz="1800"/>
            </a:pPr>
            <a:r>
              <a:t>Evaluasi dengan Silhouette Score dan visualisasi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Aplikasi Streamlit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Aplikasi membaca model .pkl dari folder models/</a:t>
            </a:r>
          </a:p>
          <a:p>
            <a:pPr>
              <a:defRPr sz="1800"/>
            </a:pPr>
            <a:r>
              <a:t>User memilih dataset dan algoritma</a:t>
            </a:r>
          </a:p>
          <a:p>
            <a:pPr>
              <a:defRPr sz="1800"/>
            </a:pPr>
            <a:r>
              <a:t>Simulasi transaksi baru mendeteksi risiko fraud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 Menjalankan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python train_clustering_models.py</a:t>
            </a:r>
          </a:p>
          <a:p>
            <a:pPr>
              <a:defRPr sz="1800"/>
            </a:pPr>
            <a:r>
              <a:t>streamlit run app/app.py</a:t>
            </a:r>
          </a:p>
          <a:p>
            <a:pPr>
              <a:defRPr sz="1800"/>
            </a:pPr>
            <a:r>
              <a:t>Jalankan di lingkungan Python yang benar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Proyek menggabungkan riset clustering dan aplikasi web</a:t>
            </a:r>
          </a:p>
          <a:p>
            <a:pPr>
              <a:defRPr sz="1800"/>
            </a:pPr>
            <a:r>
              <a:t>Model dapat dipakai ulang tanpa melatih ulang</a:t>
            </a:r>
          </a:p>
          <a:p>
            <a:pPr>
              <a:defRPr sz="1800"/>
            </a:pPr>
            <a:r>
              <a:t>Pilihan model terbaik berdasar Silhouette Score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