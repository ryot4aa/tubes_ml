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Pelatihan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N_CLUSTERS = 3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SAMPLE_SIZE = 3000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Preprocessing: Mean Imputation + StandardScaler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Metrik evaluasi: silhouette_score, davies_bouldin_score, train_seconds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Model disimpan dengan pola: {dataset_stem}__{model_key}.pkl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Mapping Fitur per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creditcard.csv -&gt; [V1, V2, Amount]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credit_card_fraud_10k.csv -&gt; [amount, transaction_hour, velocity_last_24h]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Synthetic_Financial_datasets_log.csv -&gt; [amount, oldbalanceOrg, newbalanceOrig]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fraudTrain.csv -&gt; [amt, city_pop, unix_time]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transactions.csv -&gt; [amount, account_age_days, avg_amount_user]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Konfigurasi Model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K-Means: KMeans(n_clusters=3, random_state=42, n_init=5)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BIRCH: Birch(n_clusters=3)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Agglomerative: AgglomerativeClustering(n_clusters=3)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Spectral: SpectralClustering(n_clusters=3, random_state=42, assign_labels="discretize", n_neighbors=10)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Kode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1. load_dataset() -&gt; sample 3.000 baris dan reset index</a:t>
            </a:r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2. extract_features() -&gt; pilih 3 kolom numerik per dataset</a:t>
            </a:r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3. preprocess_features() -&gt; SimpleImputer(strategy="mean") + StandardScaler</a:t>
            </a:r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4. fit_clustering_models() -&gt; fit_predict() + hitung metrik</a:t>
            </a:r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5. save_clustering_artifacts() -&gt; simpan model, scaler, assigners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 Kode: Operasi Model &amp; Save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def save_clustering_artifacts(models, scaler, assigners, dataset_name):</a:t>
            </a:r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    save_pickle(model_filename(stem, name), model)</a:t>
            </a:r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    save_pickle(model_filename(stem, "scaler"), scaler)</a:t>
            </a:r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    save_pickle(model_filename(stem, "assigners"), assigners)</a:t>
            </a:r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def model_filename(dataset_stem, model_key): return models/{dataset_stem}__{model_key}.pkl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Aplikasi Streamlit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streamlit load_or_train_models() untuk memuat model .pkl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Input transaksi baru: x1, x2, amount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Kosongkan input -&gt; Mean Imputation otomatis dari rata-rata fitur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get_feature_vector() -&gt; transform dengan scaler yang tersimpan</a:t>
            </a:r>
          </a:p>
          <a:p>
            <a:pPr>
              <a:defRPr sz="1800">
                <a:solidFill>
                  <a:srgbClr val="000070"/>
                </a:solidFill>
                <a:latin typeface="Calibri"/>
              </a:defRPr>
            </a:pPr>
            <a:r>
              <a:t>assign_cluster_for_sample() -&gt; prediksi klaster / risiko fraud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Kode Utama dan Instruksi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if __name__ == "__main__": train_all_datasets()</a:t>
            </a:r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Modal Streamlit menampilkan: python train_clustering_models.py</a:t>
            </a:r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Aplikasi dijalankan dengan: streamlit run app/app.py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